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jHVro7QvJ35U883Wdx2StgKao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.png"/><Relationship Id="rId6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dvd47rMYia0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8.jp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 rot="-584133">
            <a:off x="7807935" y="3906315"/>
            <a:ext cx="3002416" cy="138842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6209550" y="3395687"/>
            <a:ext cx="5734800" cy="2607353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 amt="88000"/>
            </a:blip>
            <a:stretch>
              <a:fillRect b="0" l="0" r="0" t="0"/>
            </a:stretch>
          </a:blip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Artificial satellites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Orbit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Earth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Natural satellite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Planets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Solar system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Comet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Meteors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Meteorite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Stars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Galaxy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Universe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2198413" y="3796639"/>
            <a:ext cx="1754461" cy="1607782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926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4.1 The night sky</a:t>
            </a:r>
            <a:endParaRPr b="0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247650" y="1327954"/>
            <a:ext cx="11696700" cy="737149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lt1"/>
                </a:solidFill>
              </a:rPr>
              <a:t>March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247650" y="2404193"/>
            <a:ext cx="5734050" cy="78499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Learning Outcomes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209549" y="2404192"/>
            <a:ext cx="5734800" cy="784993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Words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208618" y="3395687"/>
            <a:ext cx="5734050" cy="2607353"/>
          </a:xfrm>
          <a:prstGeom prst="roundRect">
            <a:avLst>
              <a:gd fmla="val 16667" name="adj"/>
            </a:avLst>
          </a:prstGeom>
          <a:blipFill rotWithShape="1">
            <a:blip r:embed="rId6">
              <a:alphaModFix amt="88000"/>
            </a:blip>
            <a:stretch>
              <a:fillRect b="0" l="0" r="0" t="0"/>
            </a:stretch>
          </a:blipFill>
          <a:ln cap="flat" cmpd="sng" w="952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Describe the objects that you can see in the night sky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Char char="❖"/>
            </a:pPr>
            <a:r>
              <a:rPr b="0" i="0" lang="en-GB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Describe the structure of the Universe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Starter Activity!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247651" y="1454727"/>
            <a:ext cx="11696700" cy="520139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many stars do you think you can see at night?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4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Estimations of the number of stars seen at night range from 2 500 to 5 000. These are just the stars that are visible, within our galaxy. </a:t>
            </a:r>
            <a:endParaRPr/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1" y="994307"/>
            <a:ext cx="1273405" cy="232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247651" y="1658370"/>
            <a:ext cx="11696700" cy="4984148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0" lang="en-GB" sz="32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satellite</a:t>
            </a: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is any object that orbits another object.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The Moon is a </a:t>
            </a:r>
            <a:r>
              <a:rPr b="0" i="0" lang="en-GB" sz="32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natural satellite </a:t>
            </a: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of the Earth and is kept in orbit by the attraction of the Earth’s gravity and by its motion.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0" i="0" lang="en-GB" sz="32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artificial satellite </a:t>
            </a: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is an object made by, </a:t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and put into orbit by, humans.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You can see the international space station with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naked eye.  Light reflected from the ISS reaches us 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 fraction of a second.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Satellites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tellitegeostationary"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2412" y="3006856"/>
            <a:ext cx="3879849" cy="3851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247649" y="1615507"/>
            <a:ext cx="11696700" cy="5146374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5 planets that most people can see with the naked eye are: Mercury, Venus, Mars, Jupiter and Saturn.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Venus gets closest to the Earth about two light minutes away. Light from Saturn takes 1.5 hours.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8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Is Pluto a planet?</a:t>
            </a:r>
            <a:endParaRPr b="0" i="0" sz="28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Planets in our Solar System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247649" y="1615507"/>
            <a:ext cx="11696700" cy="4984148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sng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YouTube video</a:t>
            </a:r>
            <a:r>
              <a:rPr b="0" i="0" lang="en-GB" sz="32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Comets </a:t>
            </a: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also travel around the Sun. For most of its orbit, a comet is a long </a:t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way from the Sun. The head of a comet head is a </a:t>
            </a:r>
            <a:r>
              <a:rPr b="0" i="0" lang="en-GB" sz="3200" u="sng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lump of ice and dust</a:t>
            </a: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. The tail only appears when the </a:t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comet’s orbit takes it nearest to  the Sun. </a:t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As the Earth moves through space, it collides with lumps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of material which burn up in the atmosphere. These are called </a:t>
            </a:r>
            <a:r>
              <a:rPr b="0" i="0" lang="en-GB" sz="32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meteors</a:t>
            </a: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and can be seen as streaks of light in the night sky. A large meteor may not burn up completely and hits the Earth with a lot of energy. This is called a </a:t>
            </a:r>
            <a:r>
              <a:rPr b="0" i="0" lang="en-GB" sz="32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meteorite</a:t>
            </a: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Comets and meteors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KSC-97PC-0558"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2948" y="5068194"/>
            <a:ext cx="1063839" cy="15314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teor"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4038" y="5504199"/>
            <a:ext cx="1936750" cy="1095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247649" y="1615507"/>
            <a:ext cx="11696700" cy="4984148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Objects in space – match up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247649" y="1615507"/>
            <a:ext cx="11696700" cy="4984148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Light takes about 8 minutes to get to us from the Sun, our nearest star.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Our next nearest star is over 4 light-years away. Our nearest large galaxy is Andromeda which you can see with the naked eye.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Light from Andromeda takes 2 million years to get to Earth. </a:t>
            </a:r>
            <a:endParaRPr b="0" i="0" sz="24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galaxy and the Universe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/>
          <p:nvPr/>
        </p:nvSpPr>
        <p:spPr>
          <a:xfrm>
            <a:off x="247649" y="1615507"/>
            <a:ext cx="11696700" cy="4984148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Size in the Universe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/>
          <p:nvPr/>
        </p:nvSpPr>
        <p:spPr>
          <a:xfrm>
            <a:off x="247649" y="1615507"/>
            <a:ext cx="11696700" cy="4984148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9880" y="1822784"/>
            <a:ext cx="6472237" cy="456959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247649" y="1615507"/>
            <a:ext cx="11696700" cy="4984148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Answers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49" y="1807293"/>
            <a:ext cx="10020300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green pen man" id="157" name="Google Shape;15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2953" y="0"/>
            <a:ext cx="1729047" cy="1729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0" i="0" lang="en-GB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 mark question</a:t>
            </a:r>
            <a:endParaRPr b="0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247651" y="1564136"/>
            <a:ext cx="11696700" cy="4984148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GB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the time it takes light to reach us from the different objects that you can see in the night sky.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906" y="3100389"/>
            <a:ext cx="11192559" cy="18430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green pen man" id="165" name="Google Shape;1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2953" y="0"/>
            <a:ext cx="1729047" cy="1729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57240" y="4692936"/>
            <a:ext cx="1570236" cy="1729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/>
          <p:nvPr/>
        </p:nvSpPr>
        <p:spPr>
          <a:xfrm>
            <a:off x="247649" y="1615507"/>
            <a:ext cx="11696700" cy="4984148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Plenary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8846" y="1746914"/>
            <a:ext cx="8178177" cy="4688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"/>
          <p:cNvSpPr/>
          <p:nvPr/>
        </p:nvSpPr>
        <p:spPr>
          <a:xfrm>
            <a:off x="247649" y="1615507"/>
            <a:ext cx="11696700" cy="4984148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Answers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030" y="1756273"/>
            <a:ext cx="10348375" cy="4702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green pen man" id="181" name="Google Shape;18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2953" y="0"/>
            <a:ext cx="1729047" cy="1729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7006" y="1529316"/>
            <a:ext cx="7462683" cy="512680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/>
          <p:nvPr/>
        </p:nvSpPr>
        <p:spPr>
          <a:xfrm>
            <a:off x="247651" y="172871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A6B6DE"/>
              </a:gs>
              <a:gs pos="50000">
                <a:srgbClr val="98AAD9"/>
              </a:gs>
              <a:gs pos="100000">
                <a:srgbClr val="859CD7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Key Points this lesson</a:t>
            </a:r>
            <a:endParaRPr b="0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247651" y="1454727"/>
            <a:ext cx="11696700" cy="5201392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D68D">
                  <a:alpha val="74901"/>
                </a:srgbClr>
              </a:gs>
              <a:gs pos="50000">
                <a:srgbClr val="FFD68D">
                  <a:alpha val="74901"/>
                </a:srgbClr>
              </a:gs>
              <a:gs pos="100000">
                <a:srgbClr val="FFD478"/>
              </a:gs>
            </a:gsLst>
            <a:lin ang="5400000" scaled="0"/>
          </a:gradFill>
          <a:ln cap="flat" cmpd="sng" w="9525">
            <a:solidFill>
              <a:srgbClr val="F7CAA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lesson I have learnt: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 </a:t>
            </a: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Solar System </a:t>
            </a: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contains eight </a:t>
            </a: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planets </a:t>
            </a: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a number of </a:t>
            </a: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moons</a:t>
            </a:r>
            <a:b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planets orbit the </a:t>
            </a: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Sun</a:t>
            </a: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our star</a:t>
            </a:r>
            <a:b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moons orbit planets</a:t>
            </a:r>
            <a:b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Solar System is part of a </a:t>
            </a: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galaxy </a:t>
            </a: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the </a:t>
            </a: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Milky Way</a:t>
            </a:r>
            <a:b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Milky Way is one of billions of galaxies that make up the </a:t>
            </a:r>
            <a:r>
              <a:rPr b="1"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Universe</a:t>
            </a:r>
            <a:b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Universe contains everything.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/>
          <p:nvPr/>
        </p:nvSpPr>
        <p:spPr>
          <a:xfrm>
            <a:off x="261938" y="158584"/>
            <a:ext cx="11696700" cy="947737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have you learnt today?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261938" y="1496562"/>
            <a:ext cx="11696700" cy="5006087"/>
          </a:xfrm>
          <a:prstGeom prst="roundRect">
            <a:avLst>
              <a:gd fmla="val 7910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Tick off the objectives you understand.</a:t>
            </a:r>
            <a:endParaRPr sz="4800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084" y="2805111"/>
            <a:ext cx="11620162" cy="1575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2016-03-09T16:02:01Z</dcterms:created>
  <dc:creator>aaron</dc:creator>
</cp:coreProperties>
</file>